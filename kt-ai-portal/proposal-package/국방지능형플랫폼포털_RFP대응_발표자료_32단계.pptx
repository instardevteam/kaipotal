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D4721"/>
                </a:solidFill>
                <a:latin typeface="Apple SD Gothic Neo"/>
              </a:rPr>
              <a:t>국방지능형플랫폼포털 RFP 대응 제안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Apple SD Gothic Neo"/>
              </a:rPr>
              <a:t>21개 SFR · 163개 기능목록 대응 화면 및 구현 수준 정리</a:t>
            </a:r>
          </a:p>
          <a:p>
            <a:r>
              <a:t>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4721"/>
                </a:solidFill>
                <a:latin typeface="Apple SD Gothic Neo"/>
              </a:rPr>
              <a:t>포털 역할 및 제안 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pple SD Gothic Neo"/>
              </a:rPr>
              <a:t>국방지능형플랫폼포털은 데이터 플랫폼, AI 플랫폼, 지능형 클라우드/CMP를 직접 대체하는 시스템이 아닙니다.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pple SD Gothic Neo"/>
              </a:rPr>
              <a:t>포털은 사용자가 하나의 접점에서 각 플랫폼을 안전하게 접근·신청·조회·승인·연계할 수 있도록 지원하는 통합 진입점이자 업무 오케스트레이션 계층입니다.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pple SD Gothic Neo"/>
              </a:rPr>
              <a:t>RFP의 21개 SFR과 163개 기능목록은 포털 메뉴, 화면, 플랫폼 연계 설계안과 명확히 매핑되어 있습니다.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pple SD Gothic Neo"/>
              </a:rPr>
              <a:t>관리자 전용 '요구사항 대응현황' 화면에서 메뉴/SFR/기능 단위로 구현 현황을 추적할 수 있습니다.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22222"/>
                </a:solidFill>
                <a:latin typeface="Apple SD Gothic Neo"/>
              </a:rPr>
              <a:t>본 사업 초기 단계에서 정의된 API/연계 후보는 실제 확정 명세가 아니며, 사업 착수 후 상세설계에서 확정됩니다.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통합 대시보드 — RFP-001~008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RFP-001~008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 국방 지능형플랫폼 메인 포털 / SFR-012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포털 메인 화면은 플랫폼 전체 현황을 요약하고, 데이터셋·AI 모델·프로젝트·크레딧·K-RMF·시스템 상태를 한 눈에 보여주며 공지사항 및 Quick Links를 통한 메뉴 접근성을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통합 대시보드 (/)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통합 대시보드 요약 카드</a:t>
            </a:r>
            <a:br/>
            <a:r>
              <a:t>• 공지사항 / Quick Links</a:t>
            </a:r>
            <a:br/>
            <a:r>
              <a:t>• 통합검색 진입</a:t>
            </a:r>
            <a:br/>
            <a:r>
              <a:t>• 시스템 상태 패널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실시간 플랫폼 상태 API 연동, 개인화 위젯, 알림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통합검색 — RFP-063~072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RFP-063~072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SFR-014 카탈로그 조회 / SFR-015 통합검색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데이터셋·AI 모델·Docker 이미지·PyPI 패키지·문서를 보안등급과 유형 중심으로 통합 검색하고, 메타데이터 상세 정보를 조회합니다.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통합검색 (/integrated-search)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통합 검색어 입력</a:t>
            </a:r>
            <a:br/>
            <a:r>
              <a:t>• 검색 대상 유형/보안등급/소스/태그 필터</a:t>
            </a:r>
            <a:br/>
            <a:r>
              <a:t>• OpenSearch proxy 연동</a:t>
            </a:r>
            <a:br/>
            <a:r>
              <a:t>• 메타데이터 상세 패널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(OpenSearch proxy 연동, 샘플 데이터 fallback)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 OpenSearch 인스턴스 연동, 권한/보안등급 기반 결과 필터, 임베딩 기반 유사도 검색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서비스/도구 카탈로그 — RFP-073~079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RFP-073~079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SFR-007 AI 작업 환경 생성 요청 / SFR-008 데이터 작업 환경 생성 요청 / SFR-014 카탈로그 조회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 개발에 필요한 분석/개발/데이터/시각화/라벨링 도구를 카탈로그 형태로 조회·선택·요청하고, 워크스페이스에 적용할 수 있습니다.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서비스/도구 카탈로그 (/service-catalog)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도구 카테고리 탭</a:t>
            </a:r>
            <a:br/>
            <a:r>
              <a:t>• 도구 목록/상세</a:t>
            </a:r>
            <a:br/>
            <a:r>
              <a:t>• 도구 선택 및 직접 입력 요청</a:t>
            </a:r>
            <a:br/>
            <a:r>
              <a:t>• 요구사항 대응 현황 연계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OpenMetadata/Docker/PyPI 실제 연동, 도구 요청 workflow, 승인/배포 연계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프로젝트/워크스페이스 — RFP-080~096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RFP-080~096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SFR-016 프로젝트 관리 / SFR-018 워크스페이스 관리 요청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 연구/개발 프로젝트를 등록·조회하고, 멤버·워크스페이스·자원을 신청·관리할 수 있습니다.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프로젝트/워크스페이스 (/project-workspace)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프로젝트 목록/상세</a:t>
            </a:r>
            <a:br/>
            <a:r>
              <a:t>• 멤버 및 리소스 할당</a:t>
            </a:r>
            <a:br/>
            <a:r>
              <a:t>• 워크스페이스 생성 신청</a:t>
            </a:r>
            <a:br/>
            <a:r>
              <a:t>• 승인 이력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 DB/API 연동, Keycloak 그룹 연동, CMP/Kubernetes 워크스페이스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반입·반출 승인 — RFP-097~108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RFP-097~108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SFR-009 프로젝트 반출입서버 관리 / SFR-010 AI 개발 성과 반출 관리 / SFR-011 데이터 분석 성과 반출 관리 / SFR-012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 반입/반출에 대한 신청·승인·보안 검토 workflow를 지원하고 이력을 관리합니다.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반입·반출 승인 (/export-approval)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반입/반출 신청 목록</a:t>
            </a:r>
            <a:br/>
            <a:r>
              <a:t>• 신청 등록 및 보안등급 설정</a:t>
            </a:r>
            <a:br/>
            <a:r>
              <a:t>• 승인/반려 workflow</a:t>
            </a:r>
            <a:br/>
            <a:r>
              <a:t>• 이력 및 감사 연계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실제 승인 workflow, 파일 저장소 연동, 보안 검토 API, 감사로그 DB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크레딧 관리 — RFP-109~118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RFP-109~118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SFR-017 크레딧 신청 및 조회 / SFR-018 워크스페이스 관리 요청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프로젝트별 크레딧을 할당하고 GPU/CPU/스토리지 사용량을 모니터링하며, 부족/과다 사용 경고를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크레딧 관리 (/credit-manager)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프로젝트별 크레딧 잔액/사용량</a:t>
            </a:r>
            <a:br/>
            <a:r>
              <a:t>• 충전/사용 이력</a:t>
            </a:r>
            <a:br/>
            <a:r>
              <a:t>• 자원별 단가 설정</a:t>
            </a:r>
            <a:br/>
            <a:r>
              <a:t>• 부족 알림 패널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AI/큐브/클우드 사용량 수집 API 연동, 크레딧 차감 및 자원 제한 enforcement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K-RMF 증빙관리 — RFP-091, 109, 135, 142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RFP-091, 109, 135, 142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 메인 포털 로그인/로그아웃 / SFR-004 메인 포털 관리 - 정책 및 이력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평가 항목별 증빙 자료를 등록·조회·관리하고 감사 및 설정 변경 이력과 연계합니다.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증빙관리 (/krmf-evidence)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K-RMF 통제항목 목록</a:t>
            </a:r>
            <a:br/>
            <a:r>
              <a:t>• 증빙 자료 등록/조회</a:t>
            </a:r>
            <a:br/>
            <a:r>
              <a:t>• 보안 미흡사항 조치관리</a:t>
            </a:r>
            <a:br/>
            <a:r>
              <a:t>• 통합진척률 대시보드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평가 DB 연동, 증빙 파일 저장소, 감사이력 자동 연계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마이페이지 — RFP-119~130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RFP-119~130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SFR-019 마이페이지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사용자가 개인 정보·활동·프로젝트·자원 사용·크레딧 내역을 관리할 수 있습니다.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마이페이지 (/my-page)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프로필/이메일/비밀번호/세션</a:t>
            </a:r>
            <a:br/>
            <a:r>
              <a:t>• 내 프로젝트/자원/크레딧 이력</a:t>
            </a:r>
            <a:br/>
            <a:r>
              <a:t>• 알림 설정</a:t>
            </a:r>
            <a:br/>
            <a:r>
              <a:t>• API Key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Keycloak/DB 연동, 알림 서비스, API Key Vault, 개인정보 마스킹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환경설정 — RFP-131~134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RFP-131~134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SFR-020 환경설정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운영자가 시스템 파라미터·보안 정책·자원 할당 기준을 관리하고 변경 이력을 조회합니다.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환경설정 (/environment-settings)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시스템 파라미터</a:t>
            </a:r>
            <a:br/>
            <a:r>
              <a:t>• 보안 정책</a:t>
            </a:r>
            <a:br/>
            <a:r>
              <a:t>• 자원할당 기준</a:t>
            </a:r>
            <a:br/>
            <a:r>
              <a:t>• 변경 이력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 설정 DB/정책 엔진 연동, 변경 이력 감사로그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육해공군 관리 — RFP-150~155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RFP-150~155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SFR-021 육해공군 관리자 권한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육해공군별 관리자 권한·리소스 풀·쿼터·사용량을 통합 관리하고 필요 시 권한을 위임합니다.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육해공군 관리 (/tenant-management)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군별 테넌트 개요</a:t>
            </a:r>
            <a:br/>
            <a:r>
              <a:t>• 위임관리</a:t>
            </a:r>
            <a:br/>
            <a:r>
              <a:t>• 리소스 풀/쿼터</a:t>
            </a:r>
            <a:br/>
            <a:r>
              <a:t>• 사용량 대시보드</a:t>
            </a:r>
            <a:br/>
            <a:r>
              <a:t>• 경계정책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Kubernetes namespace/quota, OpenStack project/quota, CMP API, Keycloak group/role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제안 게시판 — RFP-143~149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RFP-143~149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SFR-013 제안게시판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사용자가 AI 데이터/도구/정책 아이디어를 제안하고 관리자가 승인·공지할 수 있습니다.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제안 게시판 (/proposal-board)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제안 목록/상세</a:t>
            </a:r>
            <a:br/>
            <a:r>
              <a:t>• 제안 등록</a:t>
            </a:r>
            <a:br/>
            <a:r>
              <a:t>• 공감/추천/관심/댓글</a:t>
            </a:r>
            <a:br/>
            <a:r>
              <a:t>• 관리자 검토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제안 DB, 알림/메일, 승인 workflow, 공지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– 사용자 관리 — RFP-021~035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RFP-021~035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SFR-003 메인 포털 관리 - 사용자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관리자가 사용자 등록·승인·외부 사용자·조직을 관리하는 중앙 화면입니다.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– 사용자 관리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사용자 등록 신청/승인/반려</a:t>
            </a:r>
            <a:br/>
            <a:r>
              <a:t>• 사용자/외부 사용자 목록 및 상세</a:t>
            </a:r>
            <a:br/>
            <a:r>
              <a:t>• 조직/부서 관리</a:t>
            </a:r>
            <a:br/>
            <a:r>
              <a:t>• 상태 변경 이력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Admin API, 조직/부서 DB, 승인 workflow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– 권한/RBAC — RFP-036~044, 056~062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RFP-036~044, 056~062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SFR-005 메인 포털 관리 - 권한 관리 / SFR-006 프로그램 및 메뉴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역할·그룹·메뉴·데이터·서비스·프로젝트 단위로 세밀한 접근 제어를 설정합니다.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– 권한/RBAC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역할/그룹 관리</a:t>
            </a:r>
            <a:br/>
            <a:r>
              <a:t>• 역할별 권한 매트릭스</a:t>
            </a:r>
            <a:br/>
            <a:r>
              <a:t>• 사용자/그룹 매핑</a:t>
            </a:r>
            <a:br/>
            <a:r>
              <a:t>• 메뉴/프로그램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role/group claim, Backstage permission 정책, 메뉴 권한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– 정책/감사 — RFP-009~020, 045~055, 135~142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RFP-009~020, 045~055, 135~142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 메인 포털 로그인/로그아웃 / SFR-004 정책 및 이력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로그인·비밀번호·세션 정책을 설정하고 관리자/사용자 행위를 감사합니다.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– 정책/감사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로그인/비밀번호 정책</a:t>
            </a:r>
            <a:br/>
            <a:r>
              <a:t>• 세션/자동로그아웃 정책</a:t>
            </a:r>
            <a:br/>
            <a:r>
              <a:t>• 감사로그 대시보드</a:t>
            </a:r>
            <a:br/>
            <a:r>
              <a:t>• 로그인/로그아웃/설정 변경 이력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정책 연동, 감사로그 DB, 중앙 로그 수집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요구사항 대응현황 — RFP-001~163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RFP-001~163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SFR-001~SFR-021 전체 추적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사전규격 기준 163개 기능목록과 21개 SFR의 UI 구현 현황을 메뉴/SFR/기능 단위로 체계적으로 조회합니다.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요구사항 대응현황 (/requirement-coverage)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메뉴 대응현황</a:t>
            </a:r>
            <a:br/>
            <a:r>
              <a:t>• SFR 대응현황</a:t>
            </a:r>
            <a:br/>
            <a:r>
              <a:t>• 기능 대응현황</a:t>
            </a:r>
            <a:br/>
            <a:r>
              <a:t>• 변경이력/질의사항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 확정 후 데이터 갱신, 사업관리자용 추적 도구로 활용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플랫폼 API 연계현황 — RFP-156~158 (플랫폼 연동)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RFP-156~158 (플랫폼 연동)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SFR-012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포털-데이터/AI/클리우드/인증/보안 플랫폼 간 연계 후보를 API/이벤트/파일 단위로 정의하고 관리합니다.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플랫폼 API 연계현황 (/platform-api-integration)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연계 후보 목록</a:t>
            </a:r>
            <a:br/>
            <a:r>
              <a:t>• API/이벤트/파일 연계 구분</a:t>
            </a:r>
            <a:br/>
            <a:r>
              <a:t>• 연계 플랫폼/메뉴/SFR 매핑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설계안/후보 목록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각 플랫폼 담당 팀과 인터페이스 정의서 확정 및 실제 연동 개발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업무흐름/연계 시나리오 — RFP-001~163 전반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RFP-001~163 전반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SFR-001, SFR-012, SFR-014, SFR-016, SFR-017, SFR-018, SFR-021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 엔지니어부터 군별 관리자, 보안 관리자, 사업관리자까지 각 사용자가 포털과 플랫폼을 어떻게 사용하는지 시각화합니다.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업무흐름/연계 시나리오 (/workflow-scenarios)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포털 역할 요약</a:t>
            </a:r>
            <a:br/>
            <a:r>
              <a:t>• 7개 사용자 여정</a:t>
            </a:r>
            <a:br/>
            <a:r>
              <a:t>• 7개 업무흐름 시나리오</a:t>
            </a:r>
            <a:br/>
            <a:r>
              <a:t>• 단계별 플랫폼/API/RFP 매핑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시나리오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실제 업무흐름 반영, 특정 시나리오 직접 링크(URL query param)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– 플랫폼 운영도구 — RFP-003~006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RFP-003~006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메인 포털 관리 - 플랫폼 운영도구 통합 링크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OpenMetadata, OpenSearch 대시보드, Keycloak 관리 등 외부 운영도구를 관리자 전용으로 집중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– 플랫폼 운영도구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OpenMetadata 메타데이터 관리</a:t>
            </a:r>
            <a:br/>
            <a:r>
              <a:t>• OpenSearch 대시보드 모니터링</a:t>
            </a:r>
            <a:br/>
            <a:r>
              <a:t>• Keycloak 인증·인가 관리</a:t>
            </a:r>
            <a:br/>
            <a:r>
              <a:t>• 관리자 전용 접근 제어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외부 도구 링크)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환경별 외부 도구 URL 설정, SSO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Keycloak 로그인 — RFP-009~020, 045~055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RFP-009~020, 045~055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 메인 포털 로그인/로그아웃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기반 OIDC 인증과 비밀번호·세션·MFA 정책을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로그인 (http://localhost:8080)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OIDC 로그인</a:t>
            </a:r>
            <a:br/>
            <a:r>
              <a:t>• 비밀번호 정책</a:t>
            </a:r>
            <a:br/>
            <a:r>
              <a:t>• 세션 정책</a:t>
            </a:r>
            <a:br/>
            <a:r>
              <a:t>• MFA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OIDC 연동 확인 완료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 Keycloak Realm, MFA, PKI/MPKI 연동</a:t>
            </a:r>
          </a:p>
        </p:txBody>
      </p:sp>
      <p:pic>
        <p:nvPicPr>
          <p:cNvPr id="6" name="Picture 5" descr="09-keycloak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Backstage 로그인 선택 — RFP-009~012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  |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RFP-009~012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 메인 포털 로그인/로그아웃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Backstage 통합 로그인 포털에서 OIDC 또는 게스트 로그인을 선택할 수 있습니다.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Backstage 로그인 선택 (/)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OIDC 로그인 버튼</a:t>
            </a:r>
            <a:br/>
            <a:r>
              <a:t>• Guest 로그인</a:t>
            </a:r>
            <a:br/>
            <a:r>
              <a:t>• 통합 로그인 포털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Backstage 기본 로그인 UI 활용 완료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OIDC provider 연동, SSO</a:t>
            </a:r>
          </a:p>
        </p:txBody>
      </p:sp>
      <p:pic>
        <p:nvPicPr>
          <p:cNvPr id="6" name="Picture 5" descr="09-backstage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4721"/>
                </a:solidFill>
                <a:latin typeface="Apple SD Gothic Neo"/>
              </a:rPr>
              <a:t>구현 수준 요약 및 후속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Apple SD Gothic Neo"/>
              </a:rPr>
              <a:t>• 화면 구현: 19개 핵심 화면 모두 UI/UX 구현 완료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Apple SD Gothic Neo"/>
              </a:rPr>
              <a:t>• 관리자 전용 기능: 요구사항 대응현황, 플랫폼 API 연계현황, 업무흐름/연계 시나리오 포함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Apple SD Gothic Neo"/>
              </a:rPr>
              <a:t>• 연동 현황: OpenSearch proxy, OpenMetadata UI, Keycloak OIDC 연동 확인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Apple SD Gothic Neo"/>
              </a:rPr>
              <a:t>• 데이터 기반: 사용자/프로젝트/반출/크레딧/카탈로그 등은 샘플 데이터 기반으로 화면 검증 완료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22222"/>
                </a:solidFill>
                <a:latin typeface="Apple SD Gothic Neo"/>
              </a:rPr>
              <a:t>• 후속 단계: 실제 DB/API/Keycloak Admin/Kubernetes/OpenStack/CMP/파일 저장소 연동 및 감사로그 DB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