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D4721"/>
                </a:solidFill>
                <a:latin typeface="Apple SD Gothic Neo"/>
              </a:rPr>
              <a:t>국방지능형플랫폼포털 기능흐름 RFP 대응 발표자료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333333"/>
                </a:solidFill>
                <a:latin typeface="Apple SD Gothic Neo"/>
              </a:rPr>
              <a:t>사용자 중심 기능 흐름 · 플랫폼 연계 역할 · RFP 21개 SFR 대응 정리</a:t>
            </a:r>
            <a:br/>
            <a:r>
              <a:t>2026-07-13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포털은 ‘통합 진입점’입니다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포털은 데이터 플랫폼, AI 플랫폼, 지능형 클라우드/CMP를 직접 대체하지 않습니다.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사용자가 하나의 접점에서 각 플랫폼을 안전하게 접근·신청·조회·승인·연계할 수 있도록 지원합니다.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데이터 플랫폼 = 데이터를 수집·정리·가공하는 곳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AI 플랫폼 = 모델을 개발·학습·배포하는 곳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지능형 클라우드/CMP = GPU·서버·스토리지 자원을 제공하는 곳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포털은 이 세 영역을 하나의 화면에서 신청하고 조회하고 승인할 수 있게 연결합니다.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전체 체계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국방지능형플랫폼포털 — 단일 접점 · 권한 통제 · 업무 오케스트레이션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데이터 플랫폼 — 데이터 수집/저장/가공/분석, 카탈로그, OpenSearch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AI 플랫폼 — 모델 개발/학습/배포, 작업환경, 모델 레지스트리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지능형 클라우드/CMP — 인프라/컴퓨팅/스토리지 자원, 과금/쿼터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인증/권한 — SSO, 사용자/조직/역할/테넌트 관리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보안/K-RMF — 반입·반출 승인, 증빙 관리, 감사 로그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사용자 유형별 사용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B5E20"/>
                </a:solidFill>
                <a:latin typeface="Apple SD Gothic Neo"/>
              </a:rPr>
              <a:t>일반 사용자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Apple SD Gothic Neo"/>
              </a:rPr>
              <a:t>접속 → 로그인 → 대시보드 확인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Apple SD Gothic Neo"/>
              </a:rPr>
              <a:t>통합검색/카탈로그 탐색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Apple SD Gothic Neo"/>
              </a:rPr>
              <a:t>필요 시 프로젝트/반출/크레딧 업무 신청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B5E20"/>
                </a:solidFill>
                <a:latin typeface="Apple SD Gothic Neo"/>
              </a:rPr>
              <a:t>관리자/담당자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Apple SD Gothic Neo"/>
              </a:rPr>
              <a:t>보안 관리자: 반입·반출 승인, K-RMF 증빙, 감사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Apple SD Gothic Neo"/>
              </a:rPr>
              <a:t>군별 관리자: 테넌트 쿼터/사용량/권한 통제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  <a:latin typeface="Apple SD Gothic Neo"/>
              </a:rPr>
              <a:t>사업관리자: 요구사항 대응현황, API 연계현황, 시나리오 추적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전체 메뉴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포털 공통 — 통합 대시보드, 통합검색, 서비스/도구 카탈로그, 제안 게시판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프로젝트 운영 — 프로젝트/워크스페이스, 반입·반출 승인, 크레딧 관리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관리/보안 — K-RMF 증빙관리, 관리자 콘솔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사용자/조직 — 마이페이지, 환경설정, 육해공군 관리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관리자 전용 — 요구사항 대응현황, 플랫폼 API 연계현황, 업무흐름/연계 시나리오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RFP 21개 SFR 대응 총괄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SFR-001 메인 포털 — 통합 대시보드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SFR-002 로그인/로그아웃, SFR-003~006 관리자/권한/정책/메뉴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SFR-007~008 작업환경 생성, SFR-009~011 반입·반출 승인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SFR-012 플랫폼 연동, SFR-013 제안게시판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SFR-014 카탈로그, SFR-015 통합검색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SFR-016~018 프로젝트/크레딧/워크스페이스, SFR-019~021 마이페이지/환경설정/육해공군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D4721"/>
                </a:solidFill>
                <a:latin typeface="Apple SD Gothic Neo"/>
              </a:rPr>
              <a:t>SFR별 기능 흐름 및 화면</a:t>
            </a:r>
          </a:p>
          <a:p>
            <a:pPr algn="ctr">
              <a:spcBef>
                <a:spcPts val="1200"/>
              </a:spcBef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RFP 요구사항과 구현 화면을 매핑합니다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통합 대시보드 — SFR-001, SFR-012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SFR-001, SFR-012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메인 포털 / 플랫폼 연동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플랫폼 전체 현황을 요약하고 공지사항, Quick Links, 시스템 상태를 제공합니다.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통합 대시보드 (/)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요약 카드</a:t>
            </a:r>
            <a:br/>
            <a:r>
              <a:t>• 공지/Quick Links</a:t>
            </a:r>
            <a:br/>
            <a:r>
              <a:t>• 통합검색 진입</a:t>
            </a:r>
            <a:br/>
            <a:r>
              <a:t>• 시스템 상태 패널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실시간 플랫폼 상태 API, 개인화 위젯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로그인 / 인증 — SFR-002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SFR-002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메인 포털 로그인/로그아웃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접근코드 또는 Google 계정으로 로그인하고, Keycloak 기반 인증을 준비합니다.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로그인 / 인증 (/)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접근코드 로그인</a:t>
            </a:r>
            <a:br/>
            <a:r>
              <a:t>• Google 로그인</a:t>
            </a:r>
            <a:br/>
            <a:r>
              <a:t>• Firebase Auth 연동</a:t>
            </a:r>
            <a:br/>
            <a:r>
              <a:t>• Keycloak OIDC 연동 준비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(Firebase Auth 연동, Keycloak OIDC 연동 확인)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운영 SSO, MFA, PKI/MPKI 연동</a:t>
            </a:r>
          </a:p>
        </p:txBody>
      </p:sp>
      <p:pic>
        <p:nvPicPr>
          <p:cNvPr id="6" name="Picture 5" descr="09-backstage-sign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24856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관리자 콘솔 — SFR-003~006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SFR-003~006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사용자/권한/정책/메뉴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관리자가 사용자, 역할, 메뉴, 정책, 감사로그를 중앙에서 관리합니다.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관리자 콘솔 (/admin-console)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사용자 등록/승인</a:t>
            </a:r>
            <a:br/>
            <a:r>
              <a:t>• 역할/그룹/권한</a:t>
            </a:r>
            <a:br/>
            <a:r>
              <a:t>• 메뉴/프로그램 관리</a:t>
            </a:r>
            <a:br/>
            <a:r>
              <a:t>• 로그인/비밀번호/세션 정책</a:t>
            </a:r>
            <a:br/>
            <a:r>
              <a:t>• 감사로그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(관리자 전용, 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Keycloak Admin API, 조직/부서 DB, 정책 엔진 연동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서비스/도구 카탈로그 — SFR-007, SFR-008, SFR-014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SFR-007, SFR-008, SFR-014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AI/데이터 작업환경 생성 요청 / 카탈로그 조회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AI 개발에 필요한 분석/개발/데이터/시각화/라벨링 도구를 조회·선택·요청합니다.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서비스/도구 카탈로그 (/service-catalog)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도구 카테고리 탭</a:t>
            </a:r>
            <a:br/>
            <a:r>
              <a:t>• 도구 목록/상세</a:t>
            </a:r>
            <a:br/>
            <a:r>
              <a:t>• 도구 선택/직접 입력 요청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OpenMetadata/Docker/PyPI 실제 연동, 도구 요청 workflow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반입·반출 승인 — SFR-009~011, SFR-012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SFR-009~011, SFR-012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반입·반출 관리 / 플랫폼 연동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데이터 반입/반출에 대한 신청·승인·보안 검토 workflow를 지원합니다.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반입·반출 승인 (/export-approval)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반입/반출 신청 목록</a:t>
            </a:r>
            <a:br/>
            <a:r>
              <a:t>• 신청 등록 및 보안등급 설정</a:t>
            </a:r>
            <a:br/>
            <a:r>
              <a:t>• 승인/반려 workflow</a:t>
            </a:r>
            <a:br/>
            <a:r>
              <a:t>• 이력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실제 승인 workflow, 파일 저장소, 보안 검토 API, 감사로그 DB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통합검색 — SFR-014, SFR-015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SFR-014, SFR-015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카탈로그 조회 / 통합검색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데이터셋·모델·도구·문서를 보안등급과 유형 중심으로 통합 검색합니다.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통합검색 (/integrated-search)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통합 검색어 입력</a:t>
            </a:r>
            <a:br/>
            <a:r>
              <a:t>• 유형/보안등급/소스/태그 필터</a:t>
            </a:r>
            <a:br/>
            <a:r>
              <a:t>• 메타데이터 상세 패널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(OpenSearch proxy 연동, 샘플 데이터 fallback)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운영 OpenSearch 인스턴스, 권한 기반 결과 필터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프로젝트/워크스페이스 — SFR-016, SFR-018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SFR-016, SFR-018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프로젝트 관리 / 워크스페이스 관리 요청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AI 연구/개발 프로젝트를 등록·조회하고 워크스페이스·자원을 신청·관리합니다.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프로젝트/워크스페이스 (/project-workspace)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프로젝트 목록/상세</a:t>
            </a:r>
            <a:br/>
            <a:r>
              <a:t>• 멤버 및 자원 관리</a:t>
            </a:r>
            <a:br/>
            <a:r>
              <a:t>• 워크스페이스 생성 신청</a:t>
            </a:r>
            <a:br/>
            <a:r>
              <a:t>• 승인 이력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프로젝트 DB/API, Keycloak 그룹, CMP/Kubernetes 워크스페이스 연동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크레딧 관리 — SFR-016, SFR-017, SFR-018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SFR-016, SFR-017, SFR-018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크레딧 신청 및 조회 / 워크스페이스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프로젝트별 크레딧을 할당하고 GPU/CPU/스토리지 사용량을 모니터링합니다.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크레딧 관리 (/credit-manager)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프로젝트별 크레딧 잔액/사용량</a:t>
            </a:r>
            <a:br/>
            <a:r>
              <a:t>• 충전/사용 이력</a:t>
            </a:r>
            <a:br/>
            <a:r>
              <a:t>• 자원별 단가</a:t>
            </a:r>
            <a:br/>
            <a:r>
              <a:t>• 부족 알림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AI/큐브/클우드 사용량 수집 API, 크레딧 차감 enforcement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K-RMF 증빙관리 — SFR-002, SFR-004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SFR-002, SFR-004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로그인/로그아웃 / 정책 및 이력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K-RMF 평가 항목별 증빙 자료를 등록·조회·관리하고 감사 이력과 연계합니다.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K-RMF 증빙관리 (/krmf-evidence)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통제항목 목록</a:t>
            </a:r>
            <a:br/>
            <a:r>
              <a:t>• 증빙 자료 등록/조회</a:t>
            </a:r>
            <a:br/>
            <a:r>
              <a:t>• 보안 미흡사항 조치관리</a:t>
            </a:r>
            <a:br/>
            <a:r>
              <a:t>• 통합진척률 대시보드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K-RMF 평가 DB, 증빙 파일 저장소, 감사이력 연동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마이페이지 / 환경설정 / 육해공군 관리 — SFR-019~021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SFR-019~021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마이페이지 / 환경설정 / 육해공군 관리자 권한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사용자 개인 관리, 운영 설정, 군별 테넌트·쿼터·사용량 관리를 지원합니다.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마이페이지 / 환경설정 / 육해공군 관리 (/my-page, /environment-settings, /tenant-management)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프로필/세션/API Key</a:t>
            </a:r>
            <a:br/>
            <a:r>
              <a:t>• 시스템/보안/자원 설정</a:t>
            </a:r>
            <a:br/>
            <a:r>
              <a:t>• 군별 테넌트 개요/위임/쿼터/사용량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Keycloak/DB, 설정 DB, Kubernetes/OpenStack/CMP quota 연동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제안 게시판 — SFR-013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SFR-013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제안게시판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사용자가 AI·데이터·도구·정책 아이디어를 제안하고 관리자가 검토합니다.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제안 게시판 (/proposal-board)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제안 목록/상세</a:t>
            </a:r>
            <a:br/>
            <a:r>
              <a:t>• 제안 등록</a:t>
            </a:r>
            <a:br/>
            <a:r>
              <a:t>• 공감/추천/관심/댓글</a:t>
            </a:r>
            <a:br/>
            <a:r>
              <a:t>• 관리자 검토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제안 DB, 알림/메일, 승인 workflow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D4721"/>
                </a:solidFill>
                <a:latin typeface="Apple SD Gothic Neo"/>
              </a:rPr>
              <a:t>관리자 추적·연계 관리 기능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관리자 콘솔 – 플랫폼 운영도구 — SFR-003~006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SFR-003~006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플랫폼 운영도구 관리자 전용 링크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OpenMetadata, OpenSearch 대시보드, Keycloak 관리 등 외부 운영도구를 관리자 전용으로 집중 제공합니다.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관리자 콘솔 – 플랫폼 운영도구 (/admin-console)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OpenMetadata 메타데이터 관리</a:t>
            </a:r>
            <a:br/>
            <a:r>
              <a:t>• OpenSearch 대시보드 모니터링</a:t>
            </a:r>
            <a:br/>
            <a:r>
              <a:t>• Keycloak 인증·인가 관리</a:t>
            </a:r>
            <a:br/>
            <a:r>
              <a:t>• 관리자 전용 접근 제어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(관리자 전용, 외부 도구 링크)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환경별 외부 도구 URL 설정, SSO 연동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요구사항 대응현황 — SFR-001~SFR-021 전체 추적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SFR-001~SFR-021 전체 추적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 163개 기능목록 대응 현황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메뉴/SFR/기능 단위로 구현 현황을 체계적으로 조회하고 CSV로 추출합니다.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요구사항 대응현황 (/requirement-coverage)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메뉴 대응현황</a:t>
            </a:r>
            <a:br/>
            <a:r>
              <a:t>• SFR 대응현황</a:t>
            </a:r>
            <a:br/>
            <a:r>
              <a:t>• 기능 대응현황</a:t>
            </a:r>
            <a:br/>
            <a:r>
              <a:t>• 변경이력/질의사항</a:t>
            </a:r>
            <a:br/>
            <a:r>
              <a:t>• CSV 다운로드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(관리자 전용, 샘플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RFP 확정 후 데이터 갱신, 사업관리자용 추적 도구로 활용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플랫폼 API 연계현황 — SFR-012 플랫폼 연동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SFR-012 플랫폼 연동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포털-플랫폼 연계 후보 관리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데이터/AI/클리우드/인증/보안 플랫폼 간 연계 후보를 API/이벤트/파일 단위로 정의합니다.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플랫폼 API 연계현황 (/platform-api-integration)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연계 후보 목록</a:t>
            </a:r>
            <a:br/>
            <a:r>
              <a:t>• API/이벤트/파일 연계 구분</a:t>
            </a:r>
            <a:br/>
            <a:r>
              <a:t>• 연계 플랫폼/메뉴/SFR 매핑</a:t>
            </a:r>
            <a:br/>
            <a:r>
              <a:t>• CSV 다운로드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(관리자 전용, 설계안/후보 목록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각 플랫폼 담당 팀과 인터페이스 정의서 확정 및 실제 연동 개발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Apple SD Gothic Neo"/>
              </a:rPr>
              <a:t>업무흐름/연계 시나리오 — SFR-001, SFR-012, SFR-014, SFR-016, SFR-017, SFR-018, SFR-021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49377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RFP ID: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SFR-001, SFR-012, SFR-014, SFR-016, SFR-017, SFR-018, SFR-021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요구사항명: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사용자 여정 및 플랫폼 연계 흐름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요구내용: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데이터 엔지니어부터 군별 관리자까지 각 사용자가 포털과 플랫폼을 어떻게 사용하는지 시각화합니다.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대응 화면: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업무흐름/연계 시나리오 (/workflow-scenarios)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기능: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• 포털 역할 요약</a:t>
            </a:r>
            <a:br/>
            <a:r>
              <a:t>• 7개 사용자 여정</a:t>
            </a:r>
            <a:br/>
            <a:r>
              <a:t>• 7개 업무흐름 시나리오</a:t>
            </a:r>
            <a:br/>
            <a:r>
              <a:t>• 단계별 플랫폼/API/RFP 매핑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구현 수준: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화면 구현 완료 (관리자 전용, 시나리오 데이터 기반)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B5E20"/>
                </a:solidFill>
                <a:latin typeface="Apple SD Gothic Neo"/>
              </a:rPr>
              <a:t>후속 연동 범위: 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333333"/>
                </a:solidFill>
                <a:latin typeface="Apple SD Gothic Neo"/>
              </a:rPr>
              <a:t>실제 업무흐름 반영, 특정 시나리오 직접 링크</a:t>
            </a:r>
          </a:p>
        </p:txBody>
      </p:sp>
      <p:pic>
        <p:nvPicPr>
          <p:cNvPr id="6" name="Picture 5" descr="01-portal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960120"/>
            <a:ext cx="640080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D4721"/>
                </a:solidFill>
                <a:latin typeface="Apple SD Gothic Neo"/>
              </a:rPr>
              <a:t>대표 업무흐름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대표 흐름 1 — 데이터셋 탐색 및 활용 신청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1. 통합검색에서 데이터셋/모델/도구 탐색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2. 보안등급과 메타데이터 확인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3. 프로젝트/워크스페이스에서 활용 신청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4. 데이터 플랫폼 작업환경에서 분석·가공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5. 결과물은 반입·반출 승인을 거쳐 반출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대표 흐름 2 — AI 작업환경 생성 및 모델 개발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1. 서비스/도구 카탈로그에서 AI 도구 선택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2. 프로젝트/워크스페이스에 자원/도구 신청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3. 지능형 클라우드/CMP에서 자원 할당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4. AI 플랫폼에서 학습·평가·배포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5. 크레딧 관리에서 사용량과 잔여량 모니터링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대표 흐름 3 — 반입·반출 승인 및 감사 추적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1. 반입·반출 승인 메뉴에서 신청 등록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2. 보안등급과 승인권자 자동 분기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3. 보안 관리자가 승인/반려 처리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4. 승인 이력이 감사로그로 축적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5. K-RMF 증빙관리에서 평가 자료로 활용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대표 흐름 4 — 크레딧 기반 자원 사용량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1. 프로젝트별 크레딧 잔액 확인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2. GPU/CPU/스토리지 사용량 모니터링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3. 잔여량 부족 시 추가 충전 신청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4. 군별 관리자가 쿼터와 사용량 조회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5. 사용량 기반 자원 회수/재배치 결정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D4721"/>
                </a:solidFill>
                <a:latin typeface="Apple SD Gothic Neo"/>
              </a:rPr>
              <a:t>포털과 플랫폼의 연계 역할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포털 — 데이터 플랫폼 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데이터 플랫폼은 데이터 수집·저장·가공·분석을 담당합니다.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포털은 데이터셋/도구 검색, 반입·반출 신청, 프로젝트 연계를 오케스트레이션합니다.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데이터 작업환경 조회, 메타데이터 검색, 데이터 반출 파일 전송을 연계합니다.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실제 데이터 처리는 데이터 플랫폼에서 수행됩니다.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포털 — AI 플랫폼 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AI 플랫폼은 모델 개발·학습·배포를 담당합니다.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포털은 AI 작업환경/도구 신청, 프로젝트 연계, 성과물 반출 승인을 관리합니다.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AI 모델 조회, 작업환경 상태, 학습/평가 이력을 포털에서 조회합니다.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실제 모델 학습과 배포는 AI 플랫폼에서 수행됩니다.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포털 — 지능형 클라우드/CMP 연계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지능형 클라우드/CMP는 GPU·서버·스토리지 자원과 쿼터를 담당합니다.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포털은 프로젝트/워크스페이스 생성 신청, 크레딧 할당, 사용량 모니터링을 관리합니다.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군별 쿼터/사용량/권한 통제를 포털에서 조회하고 위임합니다.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실제 자원 생성과 과금은 클라우드/CMP에서 수행됩니다.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현재 구현 수준과 후속 연동 범위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화면 구현: 19개 핵심 화면 UI/UX 구현 완료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관리자 전용 기능: 요구사항 대응현황, 플랫폼 API 연계현황, 업무흐름/연계 시나리오 포함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연동 현황: OpenSearch proxy, OpenMetadata UI, Keycloak OIDC 연동 확인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데이터 기반: 사용자/프로젝트/반출/크레딧/카탈로그 등 샘플 데이터 기반 화면 검증 완료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후속 단계: 실제 DB/API/Keycloak Admin/Kubernetes/OpenStack/CMP/파일 저장소 연동 및 감사로그 DB 구축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D4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ple SD Gothic Neo"/>
              </a:rPr>
              <a:t>기대효과 및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88888"/>
                </a:solidFill>
                <a:latin typeface="Apple SD Gothic Neo"/>
              </a:rPr>
              <a:t>국방지능형플랫폼포털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43000"/>
            <a:ext cx="109728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RFP 21개 SFR과 163개 기능목록을 화면과 명확히 매핑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사용자 유형별 업무흐름을 시각적으로 제시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포털과 데이터/AI/클라우드 플랫폼의 역할 경계를 명확히 구분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구현 수준과 후속 연동 범위를 투명하게 공유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Apple SD Gothic Neo"/>
              </a:rPr>
              <a:t>제안 발표 및 사업 착수 후 상세설계의 기반 자료로 활용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